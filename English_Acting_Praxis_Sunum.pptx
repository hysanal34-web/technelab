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ENGLISH ACTING PRAXIS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Kamera Önü Oyunculuk ve Uluslararası Portfolyo Geliştirme Programı</a:t>
            </a:r>
          </a:p>
          <a:p/>
          <a:p>
            <a:r>
              <a:t>Genel Sanat Yönetmeni: Halil Yağız Şanal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Eğitmen Kadrosu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Uluslararası standartlarda bir eğitim ve deneyim süreci.</a:t>
            </a:r>
          </a:p>
          <a:p>
            <a:pPr lvl="1"/>
            <a:r>
              <a:t>Lead by: Ece Ertez</a:t>
            </a:r>
          </a:p>
          <a:p>
            <a:pPr lvl="1"/>
            <a:r>
              <a:t>Supervised by: Harika Uygur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Başvuru Koşulları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Programın verimliliğini ve sınıf içi dinamiği korumak adına katılımcılar özel bir ön değerlendirme ile seçilmektedir.</a:t>
            </a:r>
          </a:p>
          <a:p>
            <a:pPr lvl="1"/>
            <a:r>
              <a:t>Performans Videosu: Başvuru için adayların güncel yetkinliklerini gösterecekleri, kesintisiz çekilmiş 1 dakikalık İngilizce performans (monolog) videosu iletmeleri zorunludur.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İçeriği (12 Haftalık Eğitim)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Ece Ertez Liderliğinde Uygulamalı Süreç:</a:t>
            </a:r>
          </a:p>
          <a:p>
            <a:pPr lvl="1"/>
            <a:r>
              <a:t>İngilizce senaryo analizi</a:t>
            </a:r>
          </a:p>
          <a:p>
            <a:pPr lvl="1"/>
            <a:r>
              <a:t>Karakter yaratımı</a:t>
            </a:r>
          </a:p>
          <a:p>
            <a:pPr lvl="1"/>
            <a:r>
              <a:t>Kamera önü teknikleri</a:t>
            </a:r>
          </a:p>
          <a:p>
            <a:pPr lvl="1"/>
            <a:r>
              <a:t>Sahnede yabancı dilde özgürleşme pratikleri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Masterclass ve Profesyonel Çıktı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Günlük Masterclass: Harika Uygur süpervizörlüğünde tam günlük özel çalışma.</a:t>
            </a:r>
          </a:p>
          <a:p>
            <a:pPr lvl="1"/>
            <a:r>
              <a:t>Katılımcılar, uluslararası casting dinamikleri üzerine doğrudan profesyonel geri bildirim alma şansı bulur.</a:t>
            </a:r>
          </a:p>
          <a:p>
            <a:pPr/>
            <a:r>
              <a:t>Profesyonel Audition Çekimi: Eğitim sürecinin sonunda profesyonel standartlarda çekim gerçekleştirilir.</a:t>
            </a:r>
          </a:p>
          <a:p>
            <a:pPr lvl="1"/>
            <a:r>
              <a:t>Çekimler profesyonelce kurgulanır.</a:t>
            </a:r>
          </a:p>
          <a:p>
            <a:pPr lvl="1"/>
            <a:r>
              <a:t>Uluslararası başvurularda kullanılmak üzere doğrudan katılımcıya teslim edilir.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Kayıt ve Ücretlendirme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Toplam Program Bedeli: 72.000 TL</a:t>
            </a:r>
          </a:p>
          <a:p>
            <a:pPr/>
            <a:r>
              <a:t>Fiyata Dahil Olan Hizmetler:</a:t>
            </a:r>
          </a:p>
          <a:p>
            <a:pPr lvl="1"/>
            <a:r>
              <a:t>12 haftalık pratik eğitim modülü</a:t>
            </a:r>
          </a:p>
          <a:p>
            <a:pPr lvl="1"/>
            <a:r>
              <a:t>Harika Uygur ile 1 günlük Masterclass</a:t>
            </a:r>
          </a:p>
          <a:p>
            <a:pPr lvl="1"/>
            <a:r>
              <a:t>Profesyonel audition çekimi ve kurgulanmış video materyallerinin teslimi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